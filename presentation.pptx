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Last time we met, I pitched you one thing. You told me to build all three. So that's what</a:t>
            </a:r>
          </a:p>
          <a:p>
            <a:r>
              <a:t>you're going to see — three capabilities, all running, and one number I'd rather tell you</a:t>
            </a:r>
          </a:p>
          <a:p>
            <a:r>
              <a:t>myself than let you find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Nothing changed direction. Same sector, same firm, same lead use case — because nothing you</a:t>
            </a:r>
          </a:p>
          <a:p>
            <a:r>
              <a:t>said challenged them.</a:t>
            </a:r>
          </a:p>
          <a:p/>
          <a:p>
            <a:r>
              <a:t>What changed is scope. You asked for all three, and all three are built. And two things got</a:t>
            </a:r>
          </a:p>
          <a:p>
            <a:r>
              <a:t>harder rather than easier: I now have a real ROI number instead of a cost estimate, and I've</a:t>
            </a:r>
          </a:p>
          <a:p>
            <a:r>
              <a:t>done the AI Act work I deliberately refused to guess at last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which means by</a:t>
            </a:r>
          </a:p>
          <a:p>
            <a:r>
              <a:t>the time you hear about it, the money has already gone.</a:t>
            </a:r>
          </a:p>
          <a:p/>
          <a:p>
            <a:r>
              <a:t>[Land this:] High volume, low complexity, unstructured text. That's the shape a firm your</a:t>
            </a:r>
          </a:p>
          <a:p>
            <a:r>
              <a:t>size can neither automate with rules nor afford to staff properly.</a:t>
            </a:r>
          </a:p>
          <a:p/>
          <a:p>
            <a:r>
              <a:t>But the reason you haven't solved it isn't technical. It's that you told me you don't trust</a:t>
            </a:r>
          </a:p>
          <a:p>
            <a:r>
              <a:t>AI, because you can't see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feature.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The only thing that changes is what counts as</a:t>
            </a:r>
          </a:p>
          <a:p>
            <a:r>
              <a:t>evidence — a sentence from the complaint, a figure we computed, or the transaction's own</a:t>
            </a:r>
          </a:p>
          <a:p>
            <a:r>
              <a:t>values.</a:t>
            </a:r>
          </a:p>
          <a:p/>
          <a:p>
            <a:r>
              <a:t>[Land this:] Which is why building all three cost 1.3 times building one — not three times.</a:t>
            </a:r>
          </a:p>
          <a:p/>
          <a:p>
            <a:r>
              <a:t>[Point at the strip.] And the checks earn it. On one batch this week it caught a fabrication</a:t>
            </a:r>
          </a:p>
          <a:p>
            <a:r>
              <a:t>in all three: two quotes that weren't in the complaint, six values that weren't in the</a:t>
            </a:r>
          </a:p>
          <a:p>
            <a:r>
              <a:t>transaction, one figure we never computed.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It's proposed Disputes and fraud. And look</a:t>
            </a:r>
          </a:p>
          <a:p>
            <a:r>
              <a:t>at why — it quoted your customer's own sentence back at you. Not a summary. Her words.</a:t>
            </a:r>
          </a:p>
          <a:p/>
          <a:p>
            <a:r>
              <a:t>Then it stopped and waited for a person.</a:t>
            </a:r>
          </a:p>
          <a:p/>
          <a:p>
            <a:r>
              <a:t>[If time, edit the complaint and re-run.] Watch what happens when it isn't sure. It doesn't</a:t>
            </a:r>
          </a:p>
          <a:p>
            <a:r>
              <a:t>fail. It says which check stopped it, in words your handler can act on.</a:t>
            </a:r>
          </a:p>
          <a:p/>
          <a:p>
            <a:r>
              <a:t>What this does not prove is accuracy. It agrees with the public dataset's labels sixty per</a:t>
            </a:r>
          </a:p>
          <a:p>
            <a:r>
              <a:t>cent of the time — and those labels were picked by the customer filing the complaint, from</a:t>
            </a:r>
          </a:p>
          <a:p>
            <a:r>
              <a:t>a dropdown, untrained. That's agreement, not accuracy. There is no accuracy number for this</a:t>
            </a:r>
          </a:p>
          <a:p>
            <a:r>
              <a:t>system yet, and I'll come back to what it costs to get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If I build this for you as a one-off, it does not pay back. Minus thirty-one per cent over</a:t>
            </a:r>
          </a:p>
          <a:p>
            <a:r>
              <a:t>three years. Break-even lands in month sixty-nine.</a:t>
            </a:r>
          </a:p>
          <a:p/>
          <a:p>
            <a:r>
              <a:t>I could have made that number positive. I'd have had to start the benefits on day one, or</a:t>
            </a:r>
          </a:p>
          <a:p>
            <a:r>
              <a:t>quietly cut the oversight cost. Both would have been lies, and you'd have found them.</a:t>
            </a:r>
          </a:p>
          <a:p/>
          <a:p>
            <a:r>
              <a:t>Here's what's actually going on. The capability is fine. The commercial shape is wrong. You</a:t>
            </a:r>
          </a:p>
          <a:p>
            <a:r>
              <a:t>need about three thousand eight hundred complaints a year for a bespoke build to pay for</a:t>
            </a:r>
          </a:p>
          <a:p>
            <a:r>
              <a:t>itself, and you have two and a half thousand. You are a third too small — which is a fact</a:t>
            </a:r>
          </a:p>
          <a:p>
            <a:r>
              <a:t>about your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It's not Annex Three, because it never evaluates anyone's creditworthiness — that's the trap</a:t>
            </a:r>
          </a:p>
          <a:p>
            <a:r>
              <a:t>everyone expects to catch a bank, and it's why credit scoring is something I refuse to</a:t>
            </a:r>
          </a:p>
          <a:p>
            <a:r>
              <a:t>build. And Article Four, AI literacy, applies to you today whatever the tier, which is why</a:t>
            </a:r>
          </a:p>
          <a:p>
            <a:r>
              <a:t>training is funded rather than assumed.</a:t>
            </a:r>
          </a:p>
          <a:p/>
          <a:p>
            <a:r>
              <a:t>I've left two questions for your counsel, both about anomaly flagging, and both worth</a:t>
            </a:r>
          </a:p>
          <a:p>
            <a:r>
              <a:t>answering before it's built rather than after.</a:t>
            </a:r>
          </a:p>
          <a:p/>
          <a:p>
            <a:r>
              <a:t>On the right, the thing I'd rather you heard from me. We pseudonymise the reference — but</a:t>
            </a:r>
          </a:p>
          <a:p>
            <a:r>
              <a:t>the complaint narrative goes to the model in full. Anyone who tells you "it's fine, the data</a:t>
            </a:r>
          </a:p>
          <a:p>
            <a:r>
              <a:t>is pseudonymised" hasn't read the system. So the transfer work is a gate before any pilot on</a:t>
            </a:r>
          </a:p>
          <a:p>
            <a:r>
              <a:t>real customer data, not something we discover later.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list.] It's a queue — read overnight. Nobody types a complaint into a box it</a:t>
            </a:r>
          </a:p>
          <a:p>
            <a:r>
              <a:t>already arrived in.</a:t>
            </a:r>
          </a:p>
          <a:p/>
          <a:p>
            <a:r>
              <a:t>[Point at the deadline column.] And that's the column your regulator asks about. Your own</a:t>
            </a:r>
          </a:p>
          <a:p>
            <a:r>
              <a:t>book had three hundred and thirty-five that missed a deadline; this one sorts by it.</a:t>
            </a:r>
          </a:p>
          <a:p/>
          <a:p>
            <a:r>
              <a:t>[Open a row.] Every check it ran, by name, and the one it failed. Not a confidence score —</a:t>
            </a:r>
          </a:p>
          <a:p>
            <a:r>
              <a:t>a list.</a:t>
            </a:r>
          </a:p>
          <a:p/>
          <a:p>
            <a:r>
              <a:t>[Point at the buttons.] Nothing has happened yet. Someone has to press that, and the press</a:t>
            </a:r>
          </a:p>
          <a:p>
            <a:r>
              <a:t>is recorded next to what the system proposed. A proposal with nobody's decision beside it</a:t>
            </a:r>
          </a:p>
          <a:p>
            <a:r>
              <a:t>isn't a decision, it's a suggestion nobody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doesn't yet pay for itself at your size.</a:t>
            </a:r>
          </a:p>
          <a:p/>
          <a:p>
            <a:r>
              <a:t>[Beat.] I'd rather you heard that third one from me now than found it in month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It ranks by how far something departs from that account's own normal, never by the amount. A</a:t>
            </a:r>
          </a:p>
          <a:p>
            <a:r>
              <a:t>large but ordinary payment on a wealthy account doesn't outrank a small impossible one on a</a:t>
            </a:r>
          </a:p>
          <a:p>
            <a:r>
              <a:t>modest account. A predicted payout never orders the queue.</a:t>
            </a:r>
          </a:p>
          <a:p/>
          <a:p>
            <a:r>
              <a:t>And the guard earns its place here too. Six of fifty-six case notes quoted a figure that</a:t>
            </a:r>
          </a:p>
          <a:p>
            <a:r>
              <a:t>wasn't in the transaction record. Every one was stopped before an analyst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VALEON LIMITED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— Round 2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You told me to build all three — so I did.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challenged the sector or the honesty position, so nothing changed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told me you don't trust AI because you can't see what it does.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batch, three capabilities, three kinds of fabrication caught: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invented quotes · 6 invented values · 1 uncomputed figure.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9904" y="2395728"/>
            <a:ext cx="9629144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number I'd rather you heard from 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I build it for you, I run the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queue, already read. Nobody types a complaint into a box it already arrived in.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deadline column — the question your regulator actually asks.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name,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Nothing happens until someone presses a button — and the press is recorded beside the proposal.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 — and I would rather you heard that from me now than found it in month three.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departure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Six of 56 case notes were stopped for citing a figure that was not in the record.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2026-08-31T16:47:31Z</dcterms:created>
  <dcterms:modified xsi:type="dcterms:W3CDTF">2026-08-31T16:47:31Z</dcterms:modified>
</cp:coreProperties>
</file>