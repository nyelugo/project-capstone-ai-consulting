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Last time we met, I pitched you one thing. You told me to build all three. So that's what</a:t>
            </a:r>
          </a:p>
          <a:p>
            <a:r>
              <a:t>you're going to see — three capabilities, all running, and one number I'd rather tell you</a:t>
            </a:r>
          </a:p>
          <a:p>
            <a:r>
              <a:t>myself than let you find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Nothing changed direction. Same sector, same firm, same lead use case — because nothing you</a:t>
            </a:r>
          </a:p>
          <a:p>
            <a:r>
              <a:t>said challenged them.</a:t>
            </a:r>
          </a:p>
          <a:p/>
          <a:p>
            <a:r>
              <a:t>What changed is scope. You asked for all three, and all three are built. And two things got</a:t>
            </a:r>
          </a:p>
          <a:p>
            <a:r>
              <a:t>harder rather than easier: I now have a real ROI number instead of a cost estimate, and I've</a:t>
            </a:r>
          </a:p>
          <a:p>
            <a:r>
              <a:t>done the AI Act work I deliberately refused to guess at last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But the reason you haven't solved it isn't technical. It's that you told me you don't trust</a:t>
            </a:r>
          </a:p>
          <a:p>
            <a:r>
              <a:t>AI, because you can't see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It's proposed Disputes and fraud. And look</a:t>
            </a:r>
          </a:p>
          <a:p>
            <a:r>
              <a:t>at why — it quoted your customer's own sentence back at you. Not a summary. Her words.</a:t>
            </a:r>
          </a:p>
          <a:p/>
          <a:p>
            <a:r>
              <a:t>Then it stopped and waited for a person.</a:t>
            </a:r>
          </a:p>
          <a:p/>
          <a:p>
            <a:r>
              <a:t>[If time, edit the complaint and re-run.] Watch what happens when it isn't sure. It doesn't</a:t>
            </a:r>
          </a:p>
          <a:p>
            <a:r>
              <a:t>fail. It says which check stopped it, in words your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customer filing the complaint, from a</a:t>
            </a:r>
          </a:p>
          <a:p>
            <a:r>
              <a:t>dropdown. That's agreement, not accuracy — and I'll come back to what it costs to fix.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If I build this for you as a one-off, it does not pay back. Minus thirty-one per cent over</a:t>
            </a:r>
          </a:p>
          <a:p>
            <a:r>
              <a:t>three years. Break-even lands in month sixty-nine.</a:t>
            </a:r>
          </a:p>
          <a:p/>
          <a:p>
            <a:r>
              <a:t>I could have made that number positive. I'd have had to start the benefits on day one, or</a:t>
            </a:r>
          </a:p>
          <a:p>
            <a:r>
              <a:t>quietly cut the oversight cost. Both would have been lies, and you'd have found them.</a:t>
            </a:r>
          </a:p>
          <a:p/>
          <a:p>
            <a:r>
              <a:t>Here's what's actually going on. The capability is fine. The commercial shape is wrong. You</a:t>
            </a:r>
          </a:p>
          <a:p>
            <a:r>
              <a:t>need about three thousand eight hundred complaints a year for a bespoke build to pay for</a:t>
            </a:r>
          </a:p>
          <a:p>
            <a:r>
              <a:t>itself, and you have two and a half thousand. You are a third too small — which is a fact</a:t>
            </a:r>
          </a:p>
          <a:p>
            <a:r>
              <a:t>about your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It's not Annex Three, because it never evaluates anyone's creditworthiness — that's the trap</a:t>
            </a:r>
          </a:p>
          <a:p>
            <a:r>
              <a:t>everyone expects to catch a bank, and it's why credit scoring is something I refuse to</a:t>
            </a:r>
          </a:p>
          <a:p>
            <a:r>
              <a:t>build. And Article Four, AI literacy, applies to you today whatever the tier, which is why</a:t>
            </a:r>
          </a:p>
          <a:p>
            <a:r>
              <a:t>training is funded rather than assumed.</a:t>
            </a:r>
          </a:p>
          <a:p/>
          <a:p>
            <a:r>
              <a:t>I've left two questions for your counsel, both about anomaly flagging, and both worth</a:t>
            </a:r>
          </a:p>
          <a:p>
            <a:r>
              <a:t>answering before it's built rather than after.</a:t>
            </a:r>
          </a:p>
          <a:p/>
          <a:p>
            <a:r>
              <a:t>On the right, the thing I'd rather you heard from me. We pseudonymise the reference — but</a:t>
            </a:r>
          </a:p>
          <a:p>
            <a:r>
              <a:t>the complaint narrative goes to the model in full. Anyone who tells you "it's fine, the data</a:t>
            </a:r>
          </a:p>
          <a:p>
            <a:r>
              <a:t>is pseudonymised" hasn't read the system. So the transfer work is a gate before any pilot on</a:t>
            </a:r>
          </a:p>
          <a:p>
            <a:r>
              <a:t>real customer data, not something we discover later.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doesn't yet pay for itself at your size.</a:t>
            </a:r>
          </a:p>
          <a:p/>
          <a:p>
            <a:r>
              <a:t>[Beat.] I'd rather you heard that third one from me now than found it in month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reasoning.]</a:t>
            </a:r>
          </a:p>
          <a:p/>
          <a:p>
            <a:r>
              <a:t>Six steps. Step four is the one that matters: it's not an Annex Three use, because it never</a:t>
            </a:r>
          </a:p>
          <a:p>
            <a:r>
              <a:t>evaluates creditworthiness.</a:t>
            </a:r>
          </a:p>
          <a:p/>
          <a:p>
            <a:r>
              <a:t>Step five is the interesting one. If step four ever fails, anomaly flagging alone becomes</a:t>
            </a:r>
          </a:p>
          <a:p>
            <a:r>
              <a:t>high-risk — because it profiles, and the derogation can't save something that profiles.</a:t>
            </a:r>
          </a:p>
          <a:p>
            <a:r>
              <a:t>Triage and reporting stay outside. That asymmetry is exactly why anomaly flagging is built</a:t>
            </a:r>
          </a:p>
          <a:p>
            <a:r>
              <a:t>last and can be switched off without touching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VALEON LIMITED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decisions proposed. Every one confirmed by a person.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— Round 2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industry, same client, same lead use case. You told me to build all three — so I did.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FFFF"/>
                          </a:solidFill>
                        </a:rPr>
                        <a:t>ROUND 1 — THE PITCH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1D2A32"/>
                          </a:solidFill>
                        </a:rPr>
                        <a:t>ROUND 2 — WHAT I BUILT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Three use cases proposed, one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Three proposed, three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A working application you can use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Cost estimate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ROI, break-even and a commercial model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"AI Act work deferred to Round 2"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Classification, reasoning, conformity summary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6460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6460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6460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challenged the sector or the honesty position, so nothing changed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 — the work a mid-size firm can neither automate with rules nor afford to staff.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year. 64 categories. Two handlers reading the same complaint pick different ones.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65176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QUARTER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 is assembled by hand, under time pressure, by the people least able to spare it.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of complaints are unauthorised transactions. By the time one arrives, the money has gone.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isn't technical.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told me you don't trust AI because you can't see what it does.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spine, three capabilities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 Only the evidence changes.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input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 the evidence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86868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83864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325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 proposes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Grounded in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Complaint triage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routing queue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verbatim quote from the complaint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Reporting assistance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Report prose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Figures this system computed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flagging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An analyst case note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transaction's own values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5559552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8"/>
          <p:cNvSpPr/>
          <p:nvPr/>
        </p:nvSpPr>
        <p:spPr>
          <a:xfrm>
            <a:off x="566928" y="5559552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19"/>
          <p:cNvSpPr/>
          <p:nvPr/>
        </p:nvSpPr>
        <p:spPr>
          <a:xfrm>
            <a:off x="822960" y="5559552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batch, three capabilities, three kinds of fabrication caught: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invented quotes · 6 invented values · 1 uncomputed figure.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 It proposed a team, quoted your customer, and stopped.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904" y="2395728"/>
            <a:ext cx="9629144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number I'd rather you heard from 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for a firm your size. −31% over 36 months, break-even in month 69.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36-month ROI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would have to change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−31.0%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As proposed — I build it for you, I run the oversight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−9.4%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Your team owns the quarterly review after handover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+16.9%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build is paid for once and shared across five firms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+96.6%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Both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8464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8464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8464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buys a decision, not a deployment.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works. The commercial shape is what has to change.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 They are about how it is deployed and measured.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51560"/>
                <a:gridCol w="6473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 × 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we do about it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The value assumptions are wrong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pilot measures those two numbers. Fixed fee per phase — you can stop at €18,200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Handlers stop reading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Acceptance above 97% is a failure condition, not a success. Measured per handler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Oversight costs more than it saves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3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One spine, so one review covers all three. Instrumented from day one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486400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486400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486400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 These are the top three.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under the AI Act — and the reason matters more than the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III. It never touches creditworthiness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AI literacy applies today, whatever the tier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for your counsel, both on anomaly flagging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 — pseudonyms protect the reference, not the content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it out of the high-risk tier is a design property: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first: it proposes alongside your team, nobody acts on it, and we measure the gap.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€5,600 · 4 weeks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handlers label 300 complaints. That ground truth is worth buying even if you never build this.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€12,600 · 12 weeks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running in shadow for 60 days. Zero operational risk. Ends in a go / no-go.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· 10 weeks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accuracy ≥80%, acceptance 75–97%, and zero ungrounded outputs reached a handler.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6928" y="513892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13892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13892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Commercially: a licensed product implemented by consulting — not SaaS, not a bespoke build.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queue, already read. Nobody types a complaint into a box it already arrived in.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deadline column — the question your regulator actually asks.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Every check it ran, by name, and the one it failed.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Nothing happens until someone presses a button — and the press is recorded beside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920240"/>
            <a:ext cx="11055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shadow pilot on your own complaints.
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to Phase 1. Nobody acts on a single suggestion.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 and traced.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 and two questions named for your counsel.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8FB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 — and I would rather you heard that from me now than found it in month three.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336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Those labels were picked by the complainant from a dropdown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It is consistent — so a cleverer model is not the fix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Confidently invented. Every one stopped by the guard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5546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5546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5546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that would make an accuracy claim possible.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100% of planted anomalies. Do not report that as a detection rate.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candidates, every time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four patterns, not just the easy one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ACCURACY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and the data generator were written by the same author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whether the code agrees with itself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12064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12064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travels with the figure in the code, so it cannot be lifted onto a slide alone.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classification, step by step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 one that matters is step 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1 · Is it an AI system?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Yes, all three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2 · Prohibited under Art. 5?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— one close call on anomaly flagging, flagged for counsel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3 · Annex I safety component?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No. Never evaluates creditworthiness — Annex III(5)(b) does not bite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5 · Art. 6(3) derogation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Not reached. If step 4 fails, anomaly flagging alone becomes high-risk — it profiles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customer-facing surface. Generated drafts marked anyway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reference. It does not protect the content.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291840"/>
                <a:gridCol w="3410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Identifier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Narrative content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Sent to the model provider (US)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In full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Stored in monitoring (EU)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In the decision log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4573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74573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74573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— DPA, transfer impact assessment, zero retention — is a gate before any pilot on real data, not a Phase 2 discovery.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Team-level accuracy vs expert labels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 acceptance rate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75% AND ≤ 97%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Ungrounded outputs reaching a handler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Zero. Absolute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precision on analyst disposition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30% — if this alone fails, ship the other two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deterministic detector decides WHAT is unusual.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model only explains WHY, in language an analyst can act on.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Ranked by departure from that account's own normal — never by the amount.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Six of 56 case notes were stopped for citing a figure that was not in the record.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2026-08-31T16:47:31Z</dcterms:created>
  <dcterms:modified xsi:type="dcterms:W3CDTF">2026-08-31T16:47:31Z</dcterms:modified>
</cp:coreProperties>
</file>