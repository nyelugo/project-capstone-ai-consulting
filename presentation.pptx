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Fifty-seven per cent is the model we actually run, gpt-4o-mini. The bigger model gets sixty</a:t>
            </a:r>
          </a:p>
          <a:p>
            <a:r>
              <a:t>and a half for nearly seventeen times the cost per complaint — three and a half points, and</a:t>
            </a:r>
          </a:p>
          <a:p>
            <a:r>
              <a:t>the interval at this sample size is wider than that. So the bottleneck is not the model.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agreement figure,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 The slide shows four steps; these are all seven.]</a:t>
            </a:r>
          </a:p>
          <a:p/>
          <a:p>
            <a:r>
              <a:t>Seven steps in the assessment. The slide shows the four that decide the outcome.</a:t>
            </a:r>
          </a:p>
          <a:p/>
          <a:p>
            <a:r>
              <a:t>One: it is an AI system under Article 3(1) — inference from input to output.</a:t>
            </a:r>
          </a:p>
          <a:p>
            <a:r>
              <a:t>Two: not a prohibited practice under Article 5. One close call on anomaly flagging, and it</a:t>
            </a:r>
          </a:p>
          <a:p>
            <a:r>
              <a:t>is flagged for your counsel rather than waved through.</a:t>
            </a:r>
          </a:p>
          <a:p>
            <a:r>
              <a:t>Three: not a safety component of an Annex One product — nothing here goes into a regulated</a:t>
            </a:r>
          </a:p>
          <a:p>
            <a:r>
              <a:t>machine, so Article 6(1) does not apply.</a:t>
            </a:r>
          </a:p>
          <a:p>
            <a:r>
              <a:t>Four: not an Annex Three use case. This is the one that matters. Annex Three, point five(b)</a:t>
            </a:r>
          </a:p>
          <a:p>
            <a:r>
              <a:t>covers creditworthiness, and this system never evaluates it.</a:t>
            </a:r>
          </a:p>
          <a:p>
            <a:r>
              <a:t>Five: the Article 6(3) derogation is therefore not reached. Worth knowing why that matters —</a:t>
            </a:r>
          </a:p>
          <a:p>
            <a:r>
              <a:t>if step four ever failed, anomaly flagging alone would become high-risk, because it profiles,</a:t>
            </a:r>
          </a:p>
          <a:p>
            <a:r>
              <a:t>and the derogation cannot save something that profiles. Triage and reporting stay outside.</a:t>
            </a:r>
          </a:p>
          <a:p>
            <a:r>
              <a:t>That asymmetry is exactly why anomaly flagging is built last and can be switched off without</a:t>
            </a:r>
          </a:p>
          <a:p>
            <a:r>
              <a:t>touching the other two.</a:t>
            </a:r>
          </a:p>
          <a:p>
            <a:r>
              <a:t>Six: Article 50 transparency. No customer-facing surface, but generated drafts are marked</a:t>
            </a:r>
          </a:p>
          <a:p>
            <a:r>
              <a:t>anyway.</a:t>
            </a:r>
          </a:p>
          <a:p>
            <a:r>
              <a:t>Seven: the obligations that apply whatever the tier — Article 4 AI literacy applies today.</a:t>
            </a:r>
          </a:p>
          <a:p/>
          <a:p>
            <a:r>
              <a:t>[If pressed on the label:] What holds it out of the high-risk tier is not a claim, it is a</a:t>
            </a:r>
          </a:p>
          <a:p>
            <a:r>
              <a:t>design property: it proposes, a person decides. Remove that step and it is a new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345643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118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operations for a mid-size EU bank.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  Reporting assistance      Anomaly flagging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54838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06763" y="1773936"/>
            <a:ext cx="50619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 cases proposed, one built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06763" y="2340864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built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you could watch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06763" y="3054096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you can use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work deferred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06763" y="3767328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Classified, with the reasoning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No customer-facing chatbot. No credit scoring.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year, 64 categories. Two handlers pick differently.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return, assembled by hand, under deadline.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are unauthorised transactions. The money has already gone.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decides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1054577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evidence changes — a verbatim quote, a figure we computed, or the transaction's own values.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418795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routes, files or blocks by itself.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</a:t>
            </a:r>
            <a:endParaRPr lang="en-US" sz="2600" dirty="0"/>
          </a:p>
        </p:txBody>
      </p:sp>
      <p:pic>
        <p:nvPicPr>
          <p:cNvPr id="8" name="Image 0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619" y="2523744"/>
            <a:ext cx="8690458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AT 36 MONTHS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build, as proposed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−31.0%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Productised across five firms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…with oversight in-house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+96.6%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 69. €18,200 buys a decision, not a deployment.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assumptions are wrong   4×5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measures exactly that. Fixed fee — you can stop at €18,200.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Handlers rubber-stamp the proposal   4×4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above 97% is a failure signal, measured per handler.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costs more than it saves   3×4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spine, so one review covers all three. Instrumented from day 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high-risk. Not an Annex III use case — it never touches creditworthiness.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487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reaches the model in full — pseudonyms protect the reference, not the content.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91363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773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 That is what holds the tier.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DURATION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Discovery, expert labelling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€5,600 · 4 weeks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Pilot, 60-day shadow run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€12,600 · 12 weeks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Full deployment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· 10 weeks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09744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runs in shadow — nobody acts on it, nothing changes for a customer.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" y="555955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only if accuracy ≥80%, acceptance 75–97%, zero ungrounded outputs.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already read. Every check by name. Nothing moves until someone presses a button.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€18,200 to Phase 1. Nobody acts on a single suggestion.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size. The pilot settles that.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56.8% is not accuracy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CFPB labels — gpt-4o-mini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56.8%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on gpt-4o, at 16.7× the cost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Self-agreement, same input — gpt-4o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88.0%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quotes caught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83172" y="4480560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557784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itself, and the labels were picked by a complainant.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anomaly detector's 100%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Deterministic. All four patterns. 97.1% precision on 2,069 transactions.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show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and data generator share an author — it measures self-agreement.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3159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agreement figure. Only a pilot settles it.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Act classification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AI system?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Art. 3(1)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Prohibited under Art. 5?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one close call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An Annex III use case?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Art. 50 transparency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150425" y="4480560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marked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in full. Step 4 is the one that decides it.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leaves the building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464014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63101" y="1773936"/>
            <a:ext cx="5905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narrative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63101" y="2340864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model provider, in full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quoted sentence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63101" y="3054096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monitoring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reference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463101" y="3767328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reference, not the content.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pilot has to prove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accuracy vs expert labels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rate, per 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– 97%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Ungrounded output reaching a handler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abstention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83172" y="4480560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95%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22960" y="5193792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93792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precision on disposition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783172" y="5193792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30%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Anomaly flagging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decides what is unusual. The model only explains why.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2026-09-03T16:27:45Z</dcterms:created>
  <dcterms:modified xsi:type="dcterms:W3CDTF">2026-09-03T16:27:45Z</dcterms:modified>
</cp:coreProperties>
</file>